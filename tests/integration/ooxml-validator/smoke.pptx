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Forme validator smoke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LibreOffice opens this, the OOXML validator passes.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2026-04-21T18:46:31Z</dcterms:created>
  <dcterms:modified xsi:type="dcterms:W3CDTF">2026-04-21T18:46:31Z</dcterms:modified>
</cp:coreProperties>
</file>